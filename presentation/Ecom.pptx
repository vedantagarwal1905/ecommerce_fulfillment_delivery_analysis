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dant Agarwal" userId="bbef25003e9227a1" providerId="LiveId" clId="{3FEB7092-0AEC-4675-98E2-F7A4715EE253}"/>
    <pc:docChg chg="custSel addSld modSld">
      <pc:chgData name="Vedant Agarwal" userId="bbef25003e9227a1" providerId="LiveId" clId="{3FEB7092-0AEC-4675-98E2-F7A4715EE253}" dt="2026-09-09T21:22:55.628" v="733" actId="13822"/>
      <pc:docMkLst>
        <pc:docMk/>
      </pc:docMkLst>
      <pc:sldChg chg="modSp new mod">
        <pc:chgData name="Vedant Agarwal" userId="bbef25003e9227a1" providerId="LiveId" clId="{3FEB7092-0AEC-4675-98E2-F7A4715EE253}" dt="2026-09-09T20:19:13.024" v="57" actId="1076"/>
        <pc:sldMkLst>
          <pc:docMk/>
          <pc:sldMk cId="562027598" sldId="256"/>
        </pc:sldMkLst>
        <pc:spChg chg="mod">
          <ac:chgData name="Vedant Agarwal" userId="bbef25003e9227a1" providerId="LiveId" clId="{3FEB7092-0AEC-4675-98E2-F7A4715EE253}" dt="2026-09-09T20:13:22.339" v="19" actId="1076"/>
          <ac:spMkLst>
            <pc:docMk/>
            <pc:sldMk cId="562027598" sldId="256"/>
            <ac:spMk id="2" creationId="{CF796618-CE3C-04C4-9FF2-91BB786B94EF}"/>
          </ac:spMkLst>
        </pc:spChg>
        <pc:spChg chg="mod">
          <ac:chgData name="Vedant Agarwal" userId="bbef25003e9227a1" providerId="LiveId" clId="{3FEB7092-0AEC-4675-98E2-F7A4715EE253}" dt="2026-09-09T20:19:13.024" v="57" actId="1076"/>
          <ac:spMkLst>
            <pc:docMk/>
            <pc:sldMk cId="562027598" sldId="256"/>
            <ac:spMk id="3" creationId="{38418087-D58E-9FC8-B8D7-3A58D61F7CBC}"/>
          </ac:spMkLst>
        </pc:spChg>
      </pc:sldChg>
      <pc:sldChg chg="addSp delSp modSp new mod">
        <pc:chgData name="Vedant Agarwal" userId="bbef25003e9227a1" providerId="LiveId" clId="{3FEB7092-0AEC-4675-98E2-F7A4715EE253}" dt="2026-09-09T20:26:41.690" v="141" actId="1076"/>
        <pc:sldMkLst>
          <pc:docMk/>
          <pc:sldMk cId="161429497" sldId="257"/>
        </pc:sldMkLst>
        <pc:spChg chg="mod">
          <ac:chgData name="Vedant Agarwal" userId="bbef25003e9227a1" providerId="LiveId" clId="{3FEB7092-0AEC-4675-98E2-F7A4715EE253}" dt="2026-09-09T20:19:48.161" v="63" actId="13822"/>
          <ac:spMkLst>
            <pc:docMk/>
            <pc:sldMk cId="161429497" sldId="257"/>
            <ac:spMk id="2" creationId="{1D1F92B5-3A24-A5F9-EC66-444B130A2E10}"/>
          </ac:spMkLst>
        </pc:spChg>
        <pc:spChg chg="mod">
          <ac:chgData name="Vedant Agarwal" userId="bbef25003e9227a1" providerId="LiveId" clId="{3FEB7092-0AEC-4675-98E2-F7A4715EE253}" dt="2026-09-09T20:19:54.776" v="68" actId="20577"/>
          <ac:spMkLst>
            <pc:docMk/>
            <pc:sldMk cId="161429497" sldId="257"/>
            <ac:spMk id="3" creationId="{37050402-839F-0A47-1E8F-529F48E842FD}"/>
          </ac:spMkLst>
        </pc:spChg>
        <pc:spChg chg="add mod">
          <ac:chgData name="Vedant Agarwal" userId="bbef25003e9227a1" providerId="LiveId" clId="{3FEB7092-0AEC-4675-98E2-F7A4715EE253}" dt="2026-09-09T20:21:00.051" v="90" actId="1076"/>
          <ac:spMkLst>
            <pc:docMk/>
            <pc:sldMk cId="161429497" sldId="257"/>
            <ac:spMk id="4" creationId="{7605E14D-45BB-B1A9-A551-989E6A41FDD7}"/>
          </ac:spMkLst>
        </pc:spChg>
        <pc:spChg chg="add del mod">
          <ac:chgData name="Vedant Agarwal" userId="bbef25003e9227a1" providerId="LiveId" clId="{3FEB7092-0AEC-4675-98E2-F7A4715EE253}" dt="2026-09-09T20:23:53.178" v="108"/>
          <ac:spMkLst>
            <pc:docMk/>
            <pc:sldMk cId="161429497" sldId="257"/>
            <ac:spMk id="18" creationId="{250D7FD9-130D-65A7-69EF-0D7B5F3A55A1}"/>
          </ac:spMkLst>
        </pc:spChg>
        <pc:spChg chg="add mod">
          <ac:chgData name="Vedant Agarwal" userId="bbef25003e9227a1" providerId="LiveId" clId="{3FEB7092-0AEC-4675-98E2-F7A4715EE253}" dt="2026-09-09T20:23:36.867" v="104" actId="1076"/>
          <ac:spMkLst>
            <pc:docMk/>
            <pc:sldMk cId="161429497" sldId="257"/>
            <ac:spMk id="19" creationId="{87263A3E-B7FD-D407-7E58-6B1B42060FDA}"/>
          </ac:spMkLst>
        </pc:spChg>
        <pc:spChg chg="add mod">
          <ac:chgData name="Vedant Agarwal" userId="bbef25003e9227a1" providerId="LiveId" clId="{3FEB7092-0AEC-4675-98E2-F7A4715EE253}" dt="2026-09-09T20:25:09.319" v="122" actId="1076"/>
          <ac:spMkLst>
            <pc:docMk/>
            <pc:sldMk cId="161429497" sldId="257"/>
            <ac:spMk id="20" creationId="{05A6C78F-4E68-2FA4-8978-A29166DFCC80}"/>
          </ac:spMkLst>
        </pc:spChg>
        <pc:spChg chg="add del mod">
          <ac:chgData name="Vedant Agarwal" userId="bbef25003e9227a1" providerId="LiveId" clId="{3FEB7092-0AEC-4675-98E2-F7A4715EE253}" dt="2026-09-09T20:24:54.645" v="119" actId="478"/>
          <ac:spMkLst>
            <pc:docMk/>
            <pc:sldMk cId="161429497" sldId="257"/>
            <ac:spMk id="21" creationId="{A30A9C6B-D4D8-429E-8E77-201868C6EE09}"/>
          </ac:spMkLst>
        </pc:spChg>
        <pc:spChg chg="add del mod">
          <ac:chgData name="Vedant Agarwal" userId="bbef25003e9227a1" providerId="LiveId" clId="{3FEB7092-0AEC-4675-98E2-F7A4715EE253}" dt="2026-09-09T20:26:15.435" v="134"/>
          <ac:spMkLst>
            <pc:docMk/>
            <pc:sldMk cId="161429497" sldId="257"/>
            <ac:spMk id="22" creationId="{29532582-8218-2FA7-7B47-997624E421FF}"/>
          </ac:spMkLst>
        </pc:spChg>
        <pc:spChg chg="add del mod">
          <ac:chgData name="Vedant Agarwal" userId="bbef25003e9227a1" providerId="LiveId" clId="{3FEB7092-0AEC-4675-98E2-F7A4715EE253}" dt="2026-09-09T20:26:15.437" v="136"/>
          <ac:spMkLst>
            <pc:docMk/>
            <pc:sldMk cId="161429497" sldId="257"/>
            <ac:spMk id="23" creationId="{3E40DE7F-0DC1-5EAD-DB5F-338BC8415233}"/>
          </ac:spMkLst>
        </pc:spChg>
        <pc:spChg chg="add mod">
          <ac:chgData name="Vedant Agarwal" userId="bbef25003e9227a1" providerId="LiveId" clId="{3FEB7092-0AEC-4675-98E2-F7A4715EE253}" dt="2026-09-09T20:26:33.223" v="139" actId="1076"/>
          <ac:spMkLst>
            <pc:docMk/>
            <pc:sldMk cId="161429497" sldId="257"/>
            <ac:spMk id="24" creationId="{6B08C1AB-5B7B-75BE-E754-30CDD53C8068}"/>
          </ac:spMkLst>
        </pc:spChg>
        <pc:spChg chg="add mod">
          <ac:chgData name="Vedant Agarwal" userId="bbef25003e9227a1" providerId="LiveId" clId="{3FEB7092-0AEC-4675-98E2-F7A4715EE253}" dt="2026-09-09T20:26:41.690" v="141" actId="1076"/>
          <ac:spMkLst>
            <pc:docMk/>
            <pc:sldMk cId="161429497" sldId="257"/>
            <ac:spMk id="25" creationId="{CAB439A1-E568-D80D-605F-8D3B2B5806B6}"/>
          </ac:spMkLst>
        </pc:spChg>
        <pc:spChg chg="add del mod">
          <ac:chgData name="Vedant Agarwal" userId="bbef25003e9227a1" providerId="LiveId" clId="{3FEB7092-0AEC-4675-98E2-F7A4715EE253}" dt="2026-09-09T20:26:15.433" v="132" actId="478"/>
          <ac:spMkLst>
            <pc:docMk/>
            <pc:sldMk cId="161429497" sldId="257"/>
            <ac:spMk id="26" creationId="{31E85228-F22B-DDC2-ABCA-B07C5D68EE0F}"/>
          </ac:spMkLst>
        </pc:spChg>
        <pc:cxnChg chg="add mod">
          <ac:chgData name="Vedant Agarwal" userId="bbef25003e9227a1" providerId="LiveId" clId="{3FEB7092-0AEC-4675-98E2-F7A4715EE253}" dt="2026-09-09T20:24:21.594" v="115" actId="1582"/>
          <ac:cxnSpMkLst>
            <pc:docMk/>
            <pc:sldMk cId="161429497" sldId="257"/>
            <ac:cxnSpMk id="6" creationId="{A9268990-CBA8-7647-3BFF-870F2D440578}"/>
          </ac:cxnSpMkLst>
        </pc:cxnChg>
        <pc:cxnChg chg="add mod">
          <ac:chgData name="Vedant Agarwal" userId="bbef25003e9227a1" providerId="LiveId" clId="{3FEB7092-0AEC-4675-98E2-F7A4715EE253}" dt="2026-09-09T20:24:14.992" v="113" actId="1582"/>
          <ac:cxnSpMkLst>
            <pc:docMk/>
            <pc:sldMk cId="161429497" sldId="257"/>
            <ac:cxnSpMk id="11" creationId="{ECAA3B75-A53C-6EE4-54C4-27E72C8C25A3}"/>
          </ac:cxnSpMkLst>
        </pc:cxnChg>
        <pc:cxnChg chg="add mod">
          <ac:chgData name="Vedant Agarwal" userId="bbef25003e9227a1" providerId="LiveId" clId="{3FEB7092-0AEC-4675-98E2-F7A4715EE253}" dt="2026-09-09T20:23:59.946" v="109" actId="1582"/>
          <ac:cxnSpMkLst>
            <pc:docMk/>
            <pc:sldMk cId="161429497" sldId="257"/>
            <ac:cxnSpMk id="14" creationId="{85FA63C3-A886-B1F8-72CD-33E56667E8E0}"/>
          </ac:cxnSpMkLst>
        </pc:cxnChg>
        <pc:cxnChg chg="add mod">
          <ac:chgData name="Vedant Agarwal" userId="bbef25003e9227a1" providerId="LiveId" clId="{3FEB7092-0AEC-4675-98E2-F7A4715EE253}" dt="2026-09-09T20:24:07.813" v="111" actId="208"/>
          <ac:cxnSpMkLst>
            <pc:docMk/>
            <pc:sldMk cId="161429497" sldId="257"/>
            <ac:cxnSpMk id="17" creationId="{46B79AA4-9ABF-57F2-E06B-15C0CAA36180}"/>
          </ac:cxnSpMkLst>
        </pc:cxnChg>
      </pc:sldChg>
      <pc:sldChg chg="modSp new mod">
        <pc:chgData name="Vedant Agarwal" userId="bbef25003e9227a1" providerId="LiveId" clId="{3FEB7092-0AEC-4675-98E2-F7A4715EE253}" dt="2026-09-09T20:33:28.961" v="297"/>
        <pc:sldMkLst>
          <pc:docMk/>
          <pc:sldMk cId="1342904231" sldId="258"/>
        </pc:sldMkLst>
        <pc:spChg chg="mod">
          <ac:chgData name="Vedant Agarwal" userId="bbef25003e9227a1" providerId="LiveId" clId="{3FEB7092-0AEC-4675-98E2-F7A4715EE253}" dt="2026-09-09T20:28:23.066" v="147" actId="13822"/>
          <ac:spMkLst>
            <pc:docMk/>
            <pc:sldMk cId="1342904231" sldId="258"/>
            <ac:spMk id="2" creationId="{15F51307-0E21-C5E3-1A5F-76DAC159B0AD}"/>
          </ac:spMkLst>
        </pc:spChg>
        <pc:spChg chg="mod">
          <ac:chgData name="Vedant Agarwal" userId="bbef25003e9227a1" providerId="LiveId" clId="{3FEB7092-0AEC-4675-98E2-F7A4715EE253}" dt="2026-09-09T20:33:28.961" v="297"/>
          <ac:spMkLst>
            <pc:docMk/>
            <pc:sldMk cId="1342904231" sldId="258"/>
            <ac:spMk id="3" creationId="{F8952BA2-2F07-28C7-BC70-43D14D890969}"/>
          </ac:spMkLst>
        </pc:spChg>
      </pc:sldChg>
      <pc:sldChg chg="addSp delSp modSp new mod">
        <pc:chgData name="Vedant Agarwal" userId="bbef25003e9227a1" providerId="LiveId" clId="{3FEB7092-0AEC-4675-98E2-F7A4715EE253}" dt="2026-09-09T20:45:26.072" v="388" actId="20577"/>
        <pc:sldMkLst>
          <pc:docMk/>
          <pc:sldMk cId="1235512159" sldId="259"/>
        </pc:sldMkLst>
        <pc:spChg chg="mod">
          <ac:chgData name="Vedant Agarwal" userId="bbef25003e9227a1" providerId="LiveId" clId="{3FEB7092-0AEC-4675-98E2-F7A4715EE253}" dt="2026-09-09T20:37:38.731" v="312" actId="13822"/>
          <ac:spMkLst>
            <pc:docMk/>
            <pc:sldMk cId="1235512159" sldId="259"/>
            <ac:spMk id="2" creationId="{68B21AE0-DE3A-3584-6183-85B10A7F64E3}"/>
          </ac:spMkLst>
        </pc:spChg>
        <pc:spChg chg="del mod">
          <ac:chgData name="Vedant Agarwal" userId="bbef25003e9227a1" providerId="LiveId" clId="{3FEB7092-0AEC-4675-98E2-F7A4715EE253}" dt="2026-09-09T20:36:13.006" v="300" actId="22"/>
          <ac:spMkLst>
            <pc:docMk/>
            <pc:sldMk cId="1235512159" sldId="259"/>
            <ac:spMk id="3" creationId="{0A5CB812-812B-151A-3596-0F8CAAA3ADEC}"/>
          </ac:spMkLst>
        </pc:spChg>
        <pc:spChg chg="add mod">
          <ac:chgData name="Vedant Agarwal" userId="bbef25003e9227a1" providerId="LiveId" clId="{3FEB7092-0AEC-4675-98E2-F7A4715EE253}" dt="2026-09-09T20:45:26.072" v="388" actId="20577"/>
          <ac:spMkLst>
            <pc:docMk/>
            <pc:sldMk cId="1235512159" sldId="259"/>
            <ac:spMk id="6" creationId="{1468EDB6-ADE2-9799-D66E-7F3AEBC32D8E}"/>
          </ac:spMkLst>
        </pc:spChg>
        <pc:picChg chg="add mod ord">
          <ac:chgData name="Vedant Agarwal" userId="bbef25003e9227a1" providerId="LiveId" clId="{3FEB7092-0AEC-4675-98E2-F7A4715EE253}" dt="2026-09-09T20:36:58.648" v="306" actId="1076"/>
          <ac:picMkLst>
            <pc:docMk/>
            <pc:sldMk cId="1235512159" sldId="259"/>
            <ac:picMk id="5" creationId="{057A8CB4-3122-DB2F-3679-BA11F26E548A}"/>
          </ac:picMkLst>
        </pc:picChg>
      </pc:sldChg>
      <pc:sldChg chg="addSp delSp modSp new mod">
        <pc:chgData name="Vedant Agarwal" userId="bbef25003e9227a1" providerId="LiveId" clId="{3FEB7092-0AEC-4675-98E2-F7A4715EE253}" dt="2026-09-09T20:58:27.060" v="499" actId="1076"/>
        <pc:sldMkLst>
          <pc:docMk/>
          <pc:sldMk cId="1188487988" sldId="260"/>
        </pc:sldMkLst>
        <pc:spChg chg="mod">
          <ac:chgData name="Vedant Agarwal" userId="bbef25003e9227a1" providerId="LiveId" clId="{3FEB7092-0AEC-4675-98E2-F7A4715EE253}" dt="2026-09-09T20:46:33.952" v="394" actId="13822"/>
          <ac:spMkLst>
            <pc:docMk/>
            <pc:sldMk cId="1188487988" sldId="260"/>
            <ac:spMk id="2" creationId="{EC26A3EE-43A4-DD14-A619-F6D5A72E05ED}"/>
          </ac:spMkLst>
        </pc:spChg>
        <pc:spChg chg="del mod">
          <ac:chgData name="Vedant Agarwal" userId="bbef25003e9227a1" providerId="LiveId" clId="{3FEB7092-0AEC-4675-98E2-F7A4715EE253}" dt="2026-09-09T20:47:23.014" v="396" actId="22"/>
          <ac:spMkLst>
            <pc:docMk/>
            <pc:sldMk cId="1188487988" sldId="260"/>
            <ac:spMk id="3" creationId="{56941440-A7A9-9E9F-F1B0-115BAA58EC5C}"/>
          </ac:spMkLst>
        </pc:spChg>
        <pc:spChg chg="add del mod">
          <ac:chgData name="Vedant Agarwal" userId="bbef25003e9227a1" providerId="LiveId" clId="{3FEB7092-0AEC-4675-98E2-F7A4715EE253}" dt="2026-09-09T20:48:17.750" v="406"/>
          <ac:spMkLst>
            <pc:docMk/>
            <pc:sldMk cId="1188487988" sldId="260"/>
            <ac:spMk id="6" creationId="{497D5D51-41C4-5E40-DD75-3DEA90BF8491}"/>
          </ac:spMkLst>
        </pc:spChg>
        <pc:spChg chg="add del mod">
          <ac:chgData name="Vedant Agarwal" userId="bbef25003e9227a1" providerId="LiveId" clId="{3FEB7092-0AEC-4675-98E2-F7A4715EE253}" dt="2026-09-09T20:48:51.776" v="415"/>
          <ac:spMkLst>
            <pc:docMk/>
            <pc:sldMk cId="1188487988" sldId="260"/>
            <ac:spMk id="7" creationId="{B09EAE23-A2A2-64DF-EAD7-B4EBD743F441}"/>
          </ac:spMkLst>
        </pc:spChg>
        <pc:spChg chg="add mod">
          <ac:chgData name="Vedant Agarwal" userId="bbef25003e9227a1" providerId="LiveId" clId="{3FEB7092-0AEC-4675-98E2-F7A4715EE253}" dt="2026-09-09T20:50:59.563" v="423" actId="13822"/>
          <ac:spMkLst>
            <pc:docMk/>
            <pc:sldMk cId="1188487988" sldId="260"/>
            <ac:spMk id="10" creationId="{2CBF7E8A-BB89-AE3E-7FA5-32E9327AB6B8}"/>
          </ac:spMkLst>
        </pc:spChg>
        <pc:spChg chg="add mod">
          <ac:chgData name="Vedant Agarwal" userId="bbef25003e9227a1" providerId="LiveId" clId="{3FEB7092-0AEC-4675-98E2-F7A4715EE253}" dt="2026-09-09T20:55:19.293" v="469" actId="1076"/>
          <ac:spMkLst>
            <pc:docMk/>
            <pc:sldMk cId="1188487988" sldId="260"/>
            <ac:spMk id="17" creationId="{825A85BB-40DE-5EF6-C7D8-BD030BD8373C}"/>
          </ac:spMkLst>
        </pc:spChg>
        <pc:spChg chg="add del mod">
          <ac:chgData name="Vedant Agarwal" userId="bbef25003e9227a1" providerId="LiveId" clId="{3FEB7092-0AEC-4675-98E2-F7A4715EE253}" dt="2026-09-09T20:56:39.959" v="479" actId="478"/>
          <ac:spMkLst>
            <pc:docMk/>
            <pc:sldMk cId="1188487988" sldId="260"/>
            <ac:spMk id="20" creationId="{399F820B-867B-C765-96D9-4866AC7B83FD}"/>
          </ac:spMkLst>
        </pc:spChg>
        <pc:spChg chg="add mod">
          <ac:chgData name="Vedant Agarwal" userId="bbef25003e9227a1" providerId="LiveId" clId="{3FEB7092-0AEC-4675-98E2-F7A4715EE253}" dt="2026-09-09T20:57:11.027" v="489" actId="1076"/>
          <ac:spMkLst>
            <pc:docMk/>
            <pc:sldMk cId="1188487988" sldId="260"/>
            <ac:spMk id="27" creationId="{209D1186-F7AA-5680-9CB5-E14BFA51C321}"/>
          </ac:spMkLst>
        </pc:spChg>
        <pc:spChg chg="add mod">
          <ac:chgData name="Vedant Agarwal" userId="bbef25003e9227a1" providerId="LiveId" clId="{3FEB7092-0AEC-4675-98E2-F7A4715EE253}" dt="2026-09-09T20:58:27.060" v="499" actId="1076"/>
          <ac:spMkLst>
            <pc:docMk/>
            <pc:sldMk cId="1188487988" sldId="260"/>
            <ac:spMk id="33" creationId="{549F0EC4-7286-4A38-E6B9-8AF2F553E1B5}"/>
          </ac:spMkLst>
        </pc:spChg>
        <pc:picChg chg="add mod ord modCrop">
          <ac:chgData name="Vedant Agarwal" userId="bbef25003e9227a1" providerId="LiveId" clId="{3FEB7092-0AEC-4675-98E2-F7A4715EE253}" dt="2026-09-09T20:47:55.929" v="403" actId="1582"/>
          <ac:picMkLst>
            <pc:docMk/>
            <pc:sldMk cId="1188487988" sldId="260"/>
            <ac:picMk id="5" creationId="{A2DDACFA-5FD5-2FE1-E4E3-C44641C06F88}"/>
          </ac:picMkLst>
        </pc:picChg>
        <pc:picChg chg="add mod">
          <ac:chgData name="Vedant Agarwal" userId="bbef25003e9227a1" providerId="LiveId" clId="{3FEB7092-0AEC-4675-98E2-F7A4715EE253}" dt="2026-09-09T20:56:12.293" v="476" actId="1076"/>
          <ac:picMkLst>
            <pc:docMk/>
            <pc:sldMk cId="1188487988" sldId="260"/>
            <ac:picMk id="9" creationId="{EF93DA40-F617-EAD6-9A51-BF7307274B2B}"/>
          </ac:picMkLst>
        </pc:picChg>
        <pc:cxnChg chg="add del">
          <ac:chgData name="Vedant Agarwal" userId="bbef25003e9227a1" providerId="LiveId" clId="{3FEB7092-0AEC-4675-98E2-F7A4715EE253}" dt="2026-09-09T20:51:58.292" v="425" actId="478"/>
          <ac:cxnSpMkLst>
            <pc:docMk/>
            <pc:sldMk cId="1188487988" sldId="260"/>
            <ac:cxnSpMk id="12" creationId="{326B9D0D-1EDD-790F-4C7A-D8A24D81C652}"/>
          </ac:cxnSpMkLst>
        </pc:cxnChg>
        <pc:cxnChg chg="add mod">
          <ac:chgData name="Vedant Agarwal" userId="bbef25003e9227a1" providerId="LiveId" clId="{3FEB7092-0AEC-4675-98E2-F7A4715EE253}" dt="2026-09-09T20:52:56.448" v="428" actId="14100"/>
          <ac:cxnSpMkLst>
            <pc:docMk/>
            <pc:sldMk cId="1188487988" sldId="260"/>
            <ac:cxnSpMk id="14" creationId="{CCD0E99F-6AA4-F351-7428-8E546DAF2200}"/>
          </ac:cxnSpMkLst>
        </pc:cxnChg>
        <pc:cxnChg chg="add del mod">
          <ac:chgData name="Vedant Agarwal" userId="bbef25003e9227a1" providerId="LiveId" clId="{3FEB7092-0AEC-4675-98E2-F7A4715EE253}" dt="2026-09-09T20:55:34.915" v="471" actId="478"/>
          <ac:cxnSpMkLst>
            <pc:docMk/>
            <pc:sldMk cId="1188487988" sldId="260"/>
            <ac:cxnSpMk id="19" creationId="{14221743-BD59-179F-8CDC-E76B65FEFB5F}"/>
          </ac:cxnSpMkLst>
        </pc:cxnChg>
        <pc:cxnChg chg="add del mod">
          <ac:chgData name="Vedant Agarwal" userId="bbef25003e9227a1" providerId="LiveId" clId="{3FEB7092-0AEC-4675-98E2-F7A4715EE253}" dt="2026-09-09T20:55:57.828" v="474" actId="478"/>
          <ac:cxnSpMkLst>
            <pc:docMk/>
            <pc:sldMk cId="1188487988" sldId="260"/>
            <ac:cxnSpMk id="22" creationId="{9FF85334-2B4E-4690-03B7-F5D1A8D49159}"/>
          </ac:cxnSpMkLst>
        </pc:cxnChg>
        <pc:cxnChg chg="add mod">
          <ac:chgData name="Vedant Agarwal" userId="bbef25003e9227a1" providerId="LiveId" clId="{3FEB7092-0AEC-4675-98E2-F7A4715EE253}" dt="2026-09-09T20:56:45.857" v="480" actId="14100"/>
          <ac:cxnSpMkLst>
            <pc:docMk/>
            <pc:sldMk cId="1188487988" sldId="260"/>
            <ac:cxnSpMk id="24" creationId="{B7AEE059-CA3F-054D-E62D-109A28A983A3}"/>
          </ac:cxnSpMkLst>
        </pc:cxnChg>
        <pc:cxnChg chg="add mod">
          <ac:chgData name="Vedant Agarwal" userId="bbef25003e9227a1" providerId="LiveId" clId="{3FEB7092-0AEC-4675-98E2-F7A4715EE253}" dt="2026-09-09T20:57:57.288" v="493" actId="14100"/>
          <ac:cxnSpMkLst>
            <pc:docMk/>
            <pc:sldMk cId="1188487988" sldId="260"/>
            <ac:cxnSpMk id="29" creationId="{91A40E04-06A9-301B-57C7-A839D75BCA05}"/>
          </ac:cxnSpMkLst>
        </pc:cxnChg>
      </pc:sldChg>
      <pc:sldChg chg="addSp delSp modSp new mod">
        <pc:chgData name="Vedant Agarwal" userId="bbef25003e9227a1" providerId="LiveId" clId="{3FEB7092-0AEC-4675-98E2-F7A4715EE253}" dt="2026-09-09T21:06:32.997" v="561" actId="14100"/>
        <pc:sldMkLst>
          <pc:docMk/>
          <pc:sldMk cId="2357106600" sldId="261"/>
        </pc:sldMkLst>
        <pc:spChg chg="mod">
          <ac:chgData name="Vedant Agarwal" userId="bbef25003e9227a1" providerId="LiveId" clId="{3FEB7092-0AEC-4675-98E2-F7A4715EE253}" dt="2026-09-09T21:00:58.547" v="504" actId="13822"/>
          <ac:spMkLst>
            <pc:docMk/>
            <pc:sldMk cId="2357106600" sldId="261"/>
            <ac:spMk id="2" creationId="{2A82C76C-FD51-C0E8-343E-E20FAE954D92}"/>
          </ac:spMkLst>
        </pc:spChg>
        <pc:spChg chg="del mod">
          <ac:chgData name="Vedant Agarwal" userId="bbef25003e9227a1" providerId="LiveId" clId="{3FEB7092-0AEC-4675-98E2-F7A4715EE253}" dt="2026-09-09T21:01:54.684" v="506" actId="22"/>
          <ac:spMkLst>
            <pc:docMk/>
            <pc:sldMk cId="2357106600" sldId="261"/>
            <ac:spMk id="3" creationId="{D1610F70-B0DF-88CA-1A38-91D4A968BD06}"/>
          </ac:spMkLst>
        </pc:spChg>
        <pc:spChg chg="add mod">
          <ac:chgData name="Vedant Agarwal" userId="bbef25003e9227a1" providerId="LiveId" clId="{3FEB7092-0AEC-4675-98E2-F7A4715EE253}" dt="2026-09-09T21:06:26.502" v="560" actId="14100"/>
          <ac:spMkLst>
            <pc:docMk/>
            <pc:sldMk cId="2357106600" sldId="261"/>
            <ac:spMk id="6" creationId="{5A44604D-EABF-FD76-A81F-F3FF4AAB6ADE}"/>
          </ac:spMkLst>
        </pc:spChg>
        <pc:spChg chg="add mod">
          <ac:chgData name="Vedant Agarwal" userId="bbef25003e9227a1" providerId="LiveId" clId="{3FEB7092-0AEC-4675-98E2-F7A4715EE253}" dt="2026-09-09T21:06:32.997" v="561" actId="14100"/>
          <ac:spMkLst>
            <pc:docMk/>
            <pc:sldMk cId="2357106600" sldId="261"/>
            <ac:spMk id="7" creationId="{4ED5C470-8D2B-BBE2-9516-C948BECB1E51}"/>
          </ac:spMkLst>
        </pc:spChg>
        <pc:picChg chg="add mod ord modCrop">
          <ac:chgData name="Vedant Agarwal" userId="bbef25003e9227a1" providerId="LiveId" clId="{3FEB7092-0AEC-4675-98E2-F7A4715EE253}" dt="2026-09-09T21:05:31.835" v="552" actId="1076"/>
          <ac:picMkLst>
            <pc:docMk/>
            <pc:sldMk cId="2357106600" sldId="261"/>
            <ac:picMk id="5" creationId="{C9313A73-0385-91E7-F801-C860B0E4F61A}"/>
          </ac:picMkLst>
        </pc:picChg>
      </pc:sldChg>
      <pc:sldChg chg="addSp delSp modSp new mod">
        <pc:chgData name="Vedant Agarwal" userId="bbef25003e9227a1" providerId="LiveId" clId="{3FEB7092-0AEC-4675-98E2-F7A4715EE253}" dt="2026-09-09T21:13:00.813" v="606" actId="1076"/>
        <pc:sldMkLst>
          <pc:docMk/>
          <pc:sldMk cId="3051370465" sldId="262"/>
        </pc:sldMkLst>
        <pc:spChg chg="mod">
          <ac:chgData name="Vedant Agarwal" userId="bbef25003e9227a1" providerId="LiveId" clId="{3FEB7092-0AEC-4675-98E2-F7A4715EE253}" dt="2026-09-09T21:08:58.408" v="567" actId="2711"/>
          <ac:spMkLst>
            <pc:docMk/>
            <pc:sldMk cId="3051370465" sldId="262"/>
            <ac:spMk id="2" creationId="{B00B091E-62F4-DBD2-15DD-B0F77992890E}"/>
          </ac:spMkLst>
        </pc:spChg>
        <pc:spChg chg="del mod">
          <ac:chgData name="Vedant Agarwal" userId="bbef25003e9227a1" providerId="LiveId" clId="{3FEB7092-0AEC-4675-98E2-F7A4715EE253}" dt="2026-09-09T21:09:46.645" v="569" actId="22"/>
          <ac:spMkLst>
            <pc:docMk/>
            <pc:sldMk cId="3051370465" sldId="262"/>
            <ac:spMk id="3" creationId="{8BE8243A-28EF-ABA2-57AB-022436CFEFBC}"/>
          </ac:spMkLst>
        </pc:spChg>
        <pc:spChg chg="add mod">
          <ac:chgData name="Vedant Agarwal" userId="bbef25003e9227a1" providerId="LiveId" clId="{3FEB7092-0AEC-4675-98E2-F7A4715EE253}" dt="2026-09-09T21:12:39.502" v="602" actId="1076"/>
          <ac:spMkLst>
            <pc:docMk/>
            <pc:sldMk cId="3051370465" sldId="262"/>
            <ac:spMk id="6" creationId="{544142E2-3A41-E02F-7F38-9FFEDA972EA6}"/>
          </ac:spMkLst>
        </pc:spChg>
        <pc:spChg chg="add mod">
          <ac:chgData name="Vedant Agarwal" userId="bbef25003e9227a1" providerId="LiveId" clId="{3FEB7092-0AEC-4675-98E2-F7A4715EE253}" dt="2026-09-09T21:13:00.813" v="606" actId="1076"/>
          <ac:spMkLst>
            <pc:docMk/>
            <pc:sldMk cId="3051370465" sldId="262"/>
            <ac:spMk id="7" creationId="{9DBAF638-C7EC-3D28-089F-A2FA45958F00}"/>
          </ac:spMkLst>
        </pc:spChg>
        <pc:picChg chg="add mod ord modCrop">
          <ac:chgData name="Vedant Agarwal" userId="bbef25003e9227a1" providerId="LiveId" clId="{3FEB7092-0AEC-4675-98E2-F7A4715EE253}" dt="2026-09-09T21:10:19.040" v="576" actId="1076"/>
          <ac:picMkLst>
            <pc:docMk/>
            <pc:sldMk cId="3051370465" sldId="262"/>
            <ac:picMk id="5" creationId="{E0C2E424-D70E-D831-61F4-C3503BA6ACBC}"/>
          </ac:picMkLst>
        </pc:picChg>
      </pc:sldChg>
      <pc:sldChg chg="addSp delSp modSp new mod">
        <pc:chgData name="Vedant Agarwal" userId="bbef25003e9227a1" providerId="LiveId" clId="{3FEB7092-0AEC-4675-98E2-F7A4715EE253}" dt="2026-09-09T21:16:25.316" v="642" actId="1076"/>
        <pc:sldMkLst>
          <pc:docMk/>
          <pc:sldMk cId="2280884837" sldId="263"/>
        </pc:sldMkLst>
        <pc:spChg chg="mod">
          <ac:chgData name="Vedant Agarwal" userId="bbef25003e9227a1" providerId="LiveId" clId="{3FEB7092-0AEC-4675-98E2-F7A4715EE253}" dt="2026-09-09T21:13:49.133" v="611" actId="13822"/>
          <ac:spMkLst>
            <pc:docMk/>
            <pc:sldMk cId="2280884837" sldId="263"/>
            <ac:spMk id="2" creationId="{562A82CF-9254-29CA-E17B-F1D889D78336}"/>
          </ac:spMkLst>
        </pc:spChg>
        <pc:spChg chg="del mod">
          <ac:chgData name="Vedant Agarwal" userId="bbef25003e9227a1" providerId="LiveId" clId="{3FEB7092-0AEC-4675-98E2-F7A4715EE253}" dt="2026-09-09T21:14:22.878" v="613" actId="22"/>
          <ac:spMkLst>
            <pc:docMk/>
            <pc:sldMk cId="2280884837" sldId="263"/>
            <ac:spMk id="3" creationId="{CFDE81E9-6A6D-C656-6F4A-E065FB74E68A}"/>
          </ac:spMkLst>
        </pc:spChg>
        <pc:spChg chg="add mod">
          <ac:chgData name="Vedant Agarwal" userId="bbef25003e9227a1" providerId="LiveId" clId="{3FEB7092-0AEC-4675-98E2-F7A4715EE253}" dt="2026-09-09T21:15:30.880" v="628" actId="13822"/>
          <ac:spMkLst>
            <pc:docMk/>
            <pc:sldMk cId="2280884837" sldId="263"/>
            <ac:spMk id="6" creationId="{62D65612-7F6E-A0F1-4056-1E5D421043D7}"/>
          </ac:spMkLst>
        </pc:spChg>
        <pc:spChg chg="add mod">
          <ac:chgData name="Vedant Agarwal" userId="bbef25003e9227a1" providerId="LiveId" clId="{3FEB7092-0AEC-4675-98E2-F7A4715EE253}" dt="2026-09-09T21:16:25.316" v="642" actId="1076"/>
          <ac:spMkLst>
            <pc:docMk/>
            <pc:sldMk cId="2280884837" sldId="263"/>
            <ac:spMk id="7" creationId="{3F1F2DE8-C133-8FE7-B592-586EC563307F}"/>
          </ac:spMkLst>
        </pc:spChg>
        <pc:picChg chg="add mod ord">
          <ac:chgData name="Vedant Agarwal" userId="bbef25003e9227a1" providerId="LiveId" clId="{3FEB7092-0AEC-4675-98E2-F7A4715EE253}" dt="2026-09-09T21:14:38.210" v="616" actId="208"/>
          <ac:picMkLst>
            <pc:docMk/>
            <pc:sldMk cId="2280884837" sldId="263"/>
            <ac:picMk id="5" creationId="{CFA1E977-36BC-257C-F6E0-0B71D0F0DD0D}"/>
          </ac:picMkLst>
        </pc:picChg>
      </pc:sldChg>
      <pc:sldChg chg="modSp new mod">
        <pc:chgData name="Vedant Agarwal" userId="bbef25003e9227a1" providerId="LiveId" clId="{3FEB7092-0AEC-4675-98E2-F7A4715EE253}" dt="2026-09-09T21:20:31.744" v="695" actId="20577"/>
        <pc:sldMkLst>
          <pc:docMk/>
          <pc:sldMk cId="2785183780" sldId="264"/>
        </pc:sldMkLst>
        <pc:spChg chg="mod">
          <ac:chgData name="Vedant Agarwal" userId="bbef25003e9227a1" providerId="LiveId" clId="{3FEB7092-0AEC-4675-98E2-F7A4715EE253}" dt="2026-09-09T21:17:51.029" v="648" actId="403"/>
          <ac:spMkLst>
            <pc:docMk/>
            <pc:sldMk cId="2785183780" sldId="264"/>
            <ac:spMk id="2" creationId="{6D6569F6-79E8-84DC-62DF-8D51E23DA7CE}"/>
          </ac:spMkLst>
        </pc:spChg>
        <pc:spChg chg="mod">
          <ac:chgData name="Vedant Agarwal" userId="bbef25003e9227a1" providerId="LiveId" clId="{3FEB7092-0AEC-4675-98E2-F7A4715EE253}" dt="2026-09-09T21:20:31.744" v="695" actId="20577"/>
          <ac:spMkLst>
            <pc:docMk/>
            <pc:sldMk cId="2785183780" sldId="264"/>
            <ac:spMk id="3" creationId="{C7654F37-7492-9A6A-5CD9-2466B84EA412}"/>
          </ac:spMkLst>
        </pc:spChg>
      </pc:sldChg>
      <pc:sldChg chg="modSp new mod">
        <pc:chgData name="Vedant Agarwal" userId="bbef25003e9227a1" providerId="LiveId" clId="{3FEB7092-0AEC-4675-98E2-F7A4715EE253}" dt="2026-09-09T21:22:55.628" v="733" actId="13822"/>
        <pc:sldMkLst>
          <pc:docMk/>
          <pc:sldMk cId="3631707447" sldId="265"/>
        </pc:sldMkLst>
        <pc:spChg chg="mod">
          <ac:chgData name="Vedant Agarwal" userId="bbef25003e9227a1" providerId="LiveId" clId="{3FEB7092-0AEC-4675-98E2-F7A4715EE253}" dt="2026-09-09T21:21:45.050" v="700" actId="13822"/>
          <ac:spMkLst>
            <pc:docMk/>
            <pc:sldMk cId="3631707447" sldId="265"/>
            <ac:spMk id="2" creationId="{10422451-615B-92F2-E1DC-AE4F5D491717}"/>
          </ac:spMkLst>
        </pc:spChg>
        <pc:spChg chg="mod">
          <ac:chgData name="Vedant Agarwal" userId="bbef25003e9227a1" providerId="LiveId" clId="{3FEB7092-0AEC-4675-98E2-F7A4715EE253}" dt="2026-09-09T21:22:55.628" v="733" actId="13822"/>
          <ac:spMkLst>
            <pc:docMk/>
            <pc:sldMk cId="3631707447" sldId="265"/>
            <ac:spMk id="3" creationId="{35EC6A1B-289C-4D6B-3330-EC64AACC48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2B18D-B0AF-D497-3490-A49F0E2CF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C4CAD-D994-C0C1-827F-DDDAEB9BF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F580E-3338-C764-0073-468E4649E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2CD5-105E-4189-9C4A-E2C2005B87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F29B7-423F-FB9F-3DF0-FE5CF6FB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768DA-F11F-907B-4B92-CD312F4AC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696B-36A0-41EB-9DF5-AB991E15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654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6A61-5029-5B24-00A1-AB3A87E8D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75E37-02C5-D21F-5A85-EF5231061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0861E-9AE3-856B-2595-953FE665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2CD5-105E-4189-9C4A-E2C2005B87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68D5F-C2DE-2A01-8751-312951A2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E9E86-5202-10A1-67E8-7B33DC55C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696B-36A0-41EB-9DF5-AB991E15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BD31-2692-97BE-D7A4-639D454A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0B0CB-AFA1-8A6C-AE21-7609884B2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273B8-5FE1-DCC6-72CF-DF0660D23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2CD5-105E-4189-9C4A-E2C2005B87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A454C-15E6-6116-F88A-36EE24CD8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51C51-9BE2-CC5F-DB19-4B63F3E2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696B-36A0-41EB-9DF5-AB991E15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103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4225-B2CB-D177-E0ED-1D8484775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B1339-FEE5-BA98-D368-0E316AF62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7F678A-BADD-F3D7-A7AE-B7E50DD3E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25AE1-3C7B-69E0-E02A-BF330BDE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2CD5-105E-4189-9C4A-E2C2005B87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3E9DD-31CC-F7B7-5DD9-C06CD13E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38C30-D2E7-769B-8A61-ED59C251A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696B-36A0-41EB-9DF5-AB991E15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25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78CB-AFF9-D9E2-7E54-508C1D2DC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73196-2918-895A-45E4-967B293AB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8A6B3-74F4-D560-5A46-CE2BB88E3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7FE21B-0C46-63D5-750A-F13F402A21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03D94C-BCE0-3F0B-3E11-65E16EFD84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E0F55E-10F6-29C8-B8DE-797DE1BE0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2CD5-105E-4189-9C4A-E2C2005B87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3129D-42E6-F73F-CF42-CD2E6FF94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E2E527-FD5F-8405-58CA-BBB0E9608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696B-36A0-41EB-9DF5-AB991E15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02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70AF8-AC1A-574D-85D1-246A00FF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BED8BE-92C0-29F4-075F-724A5B16F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2CD5-105E-4189-9C4A-E2C2005B87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A97A25-8221-3C68-A7D4-8E3830DD7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48282-8B99-6F23-7D29-0A850191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696B-36A0-41EB-9DF5-AB991E15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999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5D28C-AB5E-517B-FA3F-7602802C4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2CD5-105E-4189-9C4A-E2C2005B87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AFEDA-A560-FE90-70D4-3B3C8DE1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FB59A-B2DA-6FD7-D4A8-16743E26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696B-36A0-41EB-9DF5-AB991E15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170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04B17-1378-3A26-0686-950F64D43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8DD8B-AD84-784C-D8B5-FB13A505E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E2A56-0887-DB37-E760-B0F3D9E5E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F0A26-22E4-3CB6-CB4D-F1E2B44E9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2CD5-105E-4189-9C4A-E2C2005B87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D2090-BF19-90EC-D4F1-196F3B88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7C148-E19A-FF00-6C11-897D1726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696B-36A0-41EB-9DF5-AB991E15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009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83868-4174-3884-6C46-1986E349D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F471F3-A482-8554-08A5-7103AEE6F5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8B1DC-51A0-687C-449D-5B3AB441C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92013-31F5-E20D-3B14-A1EEED9B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2CD5-105E-4189-9C4A-E2C2005B87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D8B28-63E4-11A1-6E92-5BA43C84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F0365-518C-DFE4-9F50-B36295760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696B-36A0-41EB-9DF5-AB991E15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47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730F-89C3-4F9F-196B-FB9BF9B3D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98D41-F1F9-AF69-A70F-C5A2883F5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61204-26A7-8727-0AEB-B22EC87DD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2CD5-105E-4189-9C4A-E2C2005B87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E030D-6A4C-9C07-AF15-7F128B5B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3F3C5-88AA-6A16-7D10-44CA8723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696B-36A0-41EB-9DF5-AB991E15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02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F71D19-26DD-7E64-BFC2-7DA32E0C4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D9D134-C418-12A2-4763-D8DCCC315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F6BC7-7EF1-54BE-FF78-8E250DB36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22CD5-105E-4189-9C4A-E2C2005B87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13F06-3822-9D69-30D1-7077F9174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35F16-C791-C6E1-8E6A-B847CA342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7696B-36A0-41EB-9DF5-AB991E15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03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AE6977-C662-DC52-7067-993408C04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CF35D-7745-29C8-952A-99EF9564D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ABF6A-B055-2F6C-09A9-A035D53FA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22CD5-105E-4189-9C4A-E2C2005B87F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FB353-5963-87CD-0885-082FB6EC1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94591-B1E3-CD83-2C28-4BF15C5DD0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7696B-36A0-41EB-9DF5-AB991E15FA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64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96618-CE3C-04C4-9FF2-91BB786B9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180" y="1288025"/>
            <a:ext cx="9271819" cy="193695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b="1" dirty="0">
                <a:latin typeface="Baskerville Old Face" panose="02020602080505020303" pitchFamily="18" charset="0"/>
              </a:rPr>
              <a:t>E-Commerce </a:t>
            </a:r>
            <a:r>
              <a:rPr lang="en-IN" b="1" dirty="0" err="1">
                <a:latin typeface="Baskerville Old Face" panose="02020602080505020303" pitchFamily="18" charset="0"/>
              </a:rPr>
              <a:t>Fulfillment</a:t>
            </a:r>
            <a:r>
              <a:rPr lang="en-IN" b="1" dirty="0">
                <a:latin typeface="Baskerville Old Face" panose="02020602080505020303" pitchFamily="18" charset="0"/>
              </a:rPr>
              <a:t> &amp; Delivery Performance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18087-D58E-9FC8-B8D7-3A58D61F7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7793" y="3633020"/>
            <a:ext cx="8416413" cy="178604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endParaRPr lang="en-IN" i="1" dirty="0"/>
          </a:p>
          <a:p>
            <a:r>
              <a:rPr lang="en-IN" i="1" dirty="0"/>
              <a:t>Data-Driven Analysis of Delivery Delays, Risk &amp; Operational Performance</a:t>
            </a:r>
          </a:p>
          <a:p>
            <a:endParaRPr lang="en-IN" i="1" dirty="0"/>
          </a:p>
          <a:p>
            <a:r>
              <a:rPr lang="en-IN" dirty="0"/>
              <a:t>Tools: SQL | Python | 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2027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F92B5-3A24-A5F9-EC66-444B130A2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9042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b="1" dirty="0">
                <a:latin typeface="Baskerville Old Face" panose="02020602080505020303" pitchFamily="18" charset="0"/>
              </a:rPr>
              <a:t>Business Problem &amp; Objectives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50402-839F-0A47-1E8F-529F48E842FD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IN" b="1" dirty="0"/>
              <a:t>Business Problem: </a:t>
            </a:r>
            <a:r>
              <a:rPr lang="en-IN" sz="2400" dirty="0">
                <a:latin typeface="Calisto MT" panose="02040603050505030304" pitchFamily="18" charset="0"/>
              </a:rPr>
              <a:t>Delivery delays reduce customer satisfaction and operational efficiency.</a:t>
            </a:r>
          </a:p>
          <a:p>
            <a:pPr marL="0" indent="0">
              <a:buNone/>
            </a:pPr>
            <a:endParaRPr lang="en-IN" sz="24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IN" sz="24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IN" sz="24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IN" sz="24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IN" sz="24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IN" sz="24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IN" sz="2400" dirty="0">
              <a:latin typeface="Calisto MT" panose="02040603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5E14D-45BB-B1A9-A551-989E6A41FDD7}"/>
              </a:ext>
            </a:extLst>
          </p:cNvPr>
          <p:cNvSpPr txBox="1"/>
          <p:nvPr/>
        </p:nvSpPr>
        <p:spPr>
          <a:xfrm>
            <a:off x="1637070" y="3780504"/>
            <a:ext cx="185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Objectives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A9268990-CBA8-7647-3BFF-870F2D440578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90451" y="4042114"/>
            <a:ext cx="2340078" cy="145411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CAA3B75-A53C-6EE4-54C4-27E72C8C25A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90451" y="4042114"/>
            <a:ext cx="2340078" cy="727059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5FA63C3-A886-B1F8-72CD-33E56667E8E0}"/>
              </a:ext>
            </a:extLst>
          </p:cNvPr>
          <p:cNvCxnSpPr>
            <a:stCxn id="4" idx="3"/>
          </p:cNvCxnSpPr>
          <p:nvPr/>
        </p:nvCxnSpPr>
        <p:spPr>
          <a:xfrm>
            <a:off x="3490451" y="4042114"/>
            <a:ext cx="23400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6B79AA4-9ABF-57F2-E06B-15C0CAA36180}"/>
              </a:ext>
            </a:extLst>
          </p:cNvPr>
          <p:cNvCxnSpPr>
            <a:stCxn id="4" idx="3"/>
          </p:cNvCxnSpPr>
          <p:nvPr/>
        </p:nvCxnSpPr>
        <p:spPr>
          <a:xfrm flipV="1">
            <a:off x="3490451" y="3261246"/>
            <a:ext cx="2340078" cy="780868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7263A3E-B7FD-D407-7E58-6B1B42060FDA}"/>
              </a:ext>
            </a:extLst>
          </p:cNvPr>
          <p:cNvSpPr txBox="1"/>
          <p:nvPr/>
        </p:nvSpPr>
        <p:spPr>
          <a:xfrm>
            <a:off x="5973097" y="2974258"/>
            <a:ext cx="3421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01 | Measure</a:t>
            </a:r>
            <a:br>
              <a:rPr lang="en-IN" dirty="0"/>
            </a:br>
            <a:r>
              <a:rPr lang="en-IN" dirty="0"/>
              <a:t>Delivery performance &amp; delay rate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A6C78F-4E68-2FA4-8978-A29166DFCC80}"/>
              </a:ext>
            </a:extLst>
          </p:cNvPr>
          <p:cNvSpPr txBox="1"/>
          <p:nvPr/>
        </p:nvSpPr>
        <p:spPr>
          <a:xfrm>
            <a:off x="5973097" y="3718948"/>
            <a:ext cx="3755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02 | Identify</a:t>
            </a:r>
            <a:br>
              <a:rPr lang="en-IN" dirty="0"/>
            </a:br>
            <a:r>
              <a:rPr lang="en-IN" dirty="0"/>
              <a:t>High-risk states &amp; categories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08C1AB-5B7B-75BE-E754-30CDD53C8068}"/>
              </a:ext>
            </a:extLst>
          </p:cNvPr>
          <p:cNvSpPr txBox="1"/>
          <p:nvPr/>
        </p:nvSpPr>
        <p:spPr>
          <a:xfrm>
            <a:off x="5973097" y="4464429"/>
            <a:ext cx="4016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03 | </a:t>
            </a:r>
            <a:r>
              <a:rPr lang="en-IN" b="1" dirty="0" err="1"/>
              <a:t>Analyze</a:t>
            </a:r>
            <a:br>
              <a:rPr lang="en-IN" dirty="0"/>
            </a:br>
            <a:r>
              <a:rPr lang="en-IN" dirty="0"/>
              <a:t>Trends &amp; delivery patterns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B439A1-E568-D80D-605F-8D3B2B5806B6}"/>
              </a:ext>
            </a:extLst>
          </p:cNvPr>
          <p:cNvSpPr txBox="1"/>
          <p:nvPr/>
        </p:nvSpPr>
        <p:spPr>
          <a:xfrm>
            <a:off x="5973097" y="5173066"/>
            <a:ext cx="3574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04 | Recommend</a:t>
            </a:r>
            <a:br>
              <a:rPr lang="en-IN" dirty="0"/>
            </a:br>
            <a:r>
              <a:rPr lang="en-IN" dirty="0"/>
              <a:t>Data-driven operational actions</a:t>
            </a:r>
          </a:p>
        </p:txBody>
      </p:sp>
    </p:spTree>
    <p:extLst>
      <p:ext uri="{BB962C8B-B14F-4D97-AF65-F5344CB8AC3E}">
        <p14:creationId xmlns:p14="http://schemas.microsoft.com/office/powerpoint/2010/main" val="16142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1307-0E21-C5E3-1A5F-76DAC159B0AD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b="1" dirty="0">
                <a:latin typeface="Baskerville Old Face" panose="02020602080505020303" pitchFamily="18" charset="0"/>
              </a:rPr>
              <a:t>Data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52BA2-2F07-28C7-BC70-43D14D890969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DATASET </a:t>
            </a:r>
            <a:r>
              <a:rPr lang="en-IN" dirty="0">
                <a:sym typeface="Wingdings" panose="05000000000000000000" pitchFamily="2" charset="2"/>
              </a:rPr>
              <a:t> 99,441 Orders</a:t>
            </a:r>
          </a:p>
          <a:p>
            <a:r>
              <a:rPr lang="en-IN" dirty="0"/>
              <a:t>ANALYSIS FLOW :</a:t>
            </a:r>
          </a:p>
          <a:p>
            <a:pPr marL="0" indent="0">
              <a:buNone/>
            </a:pPr>
            <a:r>
              <a:rPr lang="en-IN" dirty="0"/>
              <a:t>     SQL </a:t>
            </a:r>
            <a:r>
              <a:rPr lang="en-IN" dirty="0">
                <a:sym typeface="Wingdings" panose="05000000000000000000" pitchFamily="2" charset="2"/>
              </a:rPr>
              <a:t> Python (EDA)  Power BI</a:t>
            </a:r>
          </a:p>
          <a:p>
            <a:r>
              <a:rPr lang="en-IN" dirty="0"/>
              <a:t>DATA USED : </a:t>
            </a:r>
          </a:p>
          <a:p>
            <a:pPr marL="0" indent="0">
              <a:buNone/>
            </a:pPr>
            <a:r>
              <a:rPr lang="en-IN" dirty="0"/>
              <a:t>     Orders | Customers | Products | Sellers | Order Items</a:t>
            </a:r>
          </a:p>
          <a:p>
            <a:r>
              <a:rPr lang="en-IN" dirty="0"/>
              <a:t>OUTPUT : Actionable delivery insights</a:t>
            </a:r>
          </a:p>
        </p:txBody>
      </p:sp>
    </p:spTree>
    <p:extLst>
      <p:ext uri="{BB962C8B-B14F-4D97-AF65-F5344CB8AC3E}">
        <p14:creationId xmlns:p14="http://schemas.microsoft.com/office/powerpoint/2010/main" val="1342904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21AE0-DE3A-3584-6183-85B10A7F64E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b="1" dirty="0">
                <a:latin typeface="Baskerville Old Face" panose="02020602080505020303" pitchFamily="18" charset="0"/>
              </a:rPr>
              <a:t>Executive Summary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7A8CB4-3122-DB2F-3679-BA11F26E5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5637"/>
            <a:ext cx="10444946" cy="12474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68EDB6-ADE2-9799-D66E-7F3AEBC32D8E}"/>
              </a:ext>
            </a:extLst>
          </p:cNvPr>
          <p:cNvSpPr txBox="1"/>
          <p:nvPr/>
        </p:nvSpPr>
        <p:spPr>
          <a:xfrm>
            <a:off x="838200" y="3795252"/>
            <a:ext cx="10444946" cy="16312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800" b="1" dirty="0"/>
              <a:t>Note</a:t>
            </a:r>
            <a:r>
              <a:rPr lang="en-IN" sz="2400" dirty="0"/>
              <a:t>:</a:t>
            </a:r>
          </a:p>
          <a:p>
            <a:endParaRPr lang="en-IN" sz="2400" dirty="0"/>
          </a:p>
          <a:p>
            <a:r>
              <a:rPr lang="en-IN" sz="2400" dirty="0"/>
              <a:t>8.11% of delivered orders missed the estimated delivery date, with late orders averaging 9.56 days of delay.</a:t>
            </a:r>
          </a:p>
        </p:txBody>
      </p:sp>
    </p:spTree>
    <p:extLst>
      <p:ext uri="{BB962C8B-B14F-4D97-AF65-F5344CB8AC3E}">
        <p14:creationId xmlns:p14="http://schemas.microsoft.com/office/powerpoint/2010/main" val="1235512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6A3EE-43A4-DD14-A619-F6D5A72E05ED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b="1" dirty="0">
                <a:latin typeface="Baskerville Old Face" panose="02020602080505020303" pitchFamily="18" charset="0"/>
              </a:rPr>
              <a:t>Geographic Delivery Risk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DDACFA-5FD5-2FE1-E4E3-C44641C06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38200" y="2004412"/>
            <a:ext cx="4878807" cy="287238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93DA40-F617-EAD6-9A51-BF7307274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61991"/>
            <a:ext cx="5065620" cy="295722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BF7E8A-BB89-AE3E-7FA5-32E9327AB6B8}"/>
              </a:ext>
            </a:extLst>
          </p:cNvPr>
          <p:cNvSpPr txBox="1"/>
          <p:nvPr/>
        </p:nvSpPr>
        <p:spPr>
          <a:xfrm>
            <a:off x="838200" y="5190523"/>
            <a:ext cx="10291916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IN" b="1" dirty="0"/>
              <a:t>Alagoas (AL): 23.93%</a:t>
            </a:r>
            <a:r>
              <a:rPr lang="en-IN" dirty="0"/>
              <a:t> late delivery rate </a:t>
            </a:r>
          </a:p>
          <a:p>
            <a:pPr lvl="0"/>
            <a:r>
              <a:rPr lang="en-IN" b="1" dirty="0"/>
              <a:t>Rio de Janeiro (RJ): 1,663</a:t>
            </a:r>
            <a:r>
              <a:rPr lang="en-IN" dirty="0"/>
              <a:t> late orders </a:t>
            </a:r>
          </a:p>
          <a:p>
            <a:pPr lvl="0"/>
            <a:r>
              <a:rPr lang="en-IN" b="1" dirty="0"/>
              <a:t>São Paulo → Rio de Janeiro:</a:t>
            </a:r>
            <a:r>
              <a:rPr lang="en-IN" dirty="0"/>
              <a:t> </a:t>
            </a:r>
            <a:r>
              <a:rPr lang="en-IN" b="1" dirty="0"/>
              <a:t>15.43%</a:t>
            </a:r>
            <a:r>
              <a:rPr lang="en-IN" dirty="0"/>
              <a:t> late across 8,188 orders</a:t>
            </a:r>
          </a:p>
          <a:p>
            <a:endParaRPr lang="en-IN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CD0E99F-6AA4-F351-7428-8E546DAF2200}"/>
              </a:ext>
            </a:extLst>
          </p:cNvPr>
          <p:cNvCxnSpPr/>
          <p:nvPr/>
        </p:nvCxnSpPr>
        <p:spPr>
          <a:xfrm rot="10800000">
            <a:off x="9517627" y="3805085"/>
            <a:ext cx="648929" cy="265471"/>
          </a:xfrm>
          <a:prstGeom prst="bentConnector3">
            <a:avLst>
              <a:gd name="adj1" fmla="val 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25A85BB-40DE-5EF6-C7D8-BD030BD8373C}"/>
              </a:ext>
            </a:extLst>
          </p:cNvPr>
          <p:cNvSpPr txBox="1"/>
          <p:nvPr/>
        </p:nvSpPr>
        <p:spPr>
          <a:xfrm>
            <a:off x="9138634" y="3576201"/>
            <a:ext cx="806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Sao Paulo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AEE059-CA3F-054D-E62D-109A28A983A3}"/>
              </a:ext>
            </a:extLst>
          </p:cNvPr>
          <p:cNvCxnSpPr>
            <a:cxnSpLocks/>
          </p:cNvCxnSpPr>
          <p:nvPr/>
        </p:nvCxnSpPr>
        <p:spPr>
          <a:xfrm>
            <a:off x="6971070" y="3028334"/>
            <a:ext cx="1769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09D1186-F7AA-5680-9CB5-E14BFA51C321}"/>
              </a:ext>
            </a:extLst>
          </p:cNvPr>
          <p:cNvSpPr txBox="1"/>
          <p:nvPr/>
        </p:nvSpPr>
        <p:spPr>
          <a:xfrm>
            <a:off x="7079224" y="2874445"/>
            <a:ext cx="491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AL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1A40E04-06A9-301B-57C7-A839D75BCA05}"/>
              </a:ext>
            </a:extLst>
          </p:cNvPr>
          <p:cNvCxnSpPr>
            <a:cxnSpLocks/>
          </p:cNvCxnSpPr>
          <p:nvPr/>
        </p:nvCxnSpPr>
        <p:spPr>
          <a:xfrm flipV="1">
            <a:off x="7954297" y="3243615"/>
            <a:ext cx="412958" cy="332587"/>
          </a:xfrm>
          <a:prstGeom prst="bentConnector3">
            <a:avLst>
              <a:gd name="adj1" fmla="val -23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49F0EC4-7286-4A38-E6B9-8AF2F553E1B5}"/>
              </a:ext>
            </a:extLst>
          </p:cNvPr>
          <p:cNvSpPr txBox="1"/>
          <p:nvPr/>
        </p:nvSpPr>
        <p:spPr>
          <a:xfrm>
            <a:off x="8367255" y="3089726"/>
            <a:ext cx="1032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RJ</a:t>
            </a:r>
          </a:p>
        </p:txBody>
      </p:sp>
    </p:spTree>
    <p:extLst>
      <p:ext uri="{BB962C8B-B14F-4D97-AF65-F5344CB8AC3E}">
        <p14:creationId xmlns:p14="http://schemas.microsoft.com/office/powerpoint/2010/main" val="1188487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2C76C-FD51-C0E8-343E-E20FAE954D9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Product &amp; Category Risk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313A73-0385-91E7-F801-C860B0E4F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113" r="4957"/>
          <a:stretch>
            <a:fillRect/>
          </a:stretch>
        </p:blipFill>
        <p:spPr>
          <a:xfrm>
            <a:off x="794855" y="2158353"/>
            <a:ext cx="6944691" cy="404105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44604D-EABF-FD76-A81F-F3FF4AAB6ADE}"/>
              </a:ext>
            </a:extLst>
          </p:cNvPr>
          <p:cNvSpPr txBox="1"/>
          <p:nvPr/>
        </p:nvSpPr>
        <p:spPr>
          <a:xfrm>
            <a:off x="7866585" y="2133600"/>
            <a:ext cx="3991117" cy="2754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Key observations:</a:t>
            </a:r>
          </a:p>
          <a:p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/>
              <a:t>Category-level delay rates vary significantly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/>
              <a:t>Audio and Fashion/Underwear were among the higher-risk categories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dirty="0"/>
              <a:t>Product weight, volume, price and freight cost showed no clear relationship with delivery delays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D5C470-8D2B-BBE2-9516-C948BECB1E51}"/>
              </a:ext>
            </a:extLst>
          </p:cNvPr>
          <p:cNvSpPr txBox="1"/>
          <p:nvPr/>
        </p:nvSpPr>
        <p:spPr>
          <a:xfrm>
            <a:off x="7866586" y="4722084"/>
            <a:ext cx="3991116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Category differences exist, but basic product characteristics do not clearly explain delivery delays.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106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B091E-62F4-DBD2-15DD-B0F77992890E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Delivery Duration &amp; Delay Risk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C2E424-D70E-D831-61F4-C3503BA6A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92"/>
          <a:stretch>
            <a:fillRect/>
          </a:stretch>
        </p:blipFill>
        <p:spPr>
          <a:xfrm>
            <a:off x="838200" y="1960788"/>
            <a:ext cx="5958586" cy="369653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4142E2-3A41-E02F-7F38-9FFEDA972EA6}"/>
              </a:ext>
            </a:extLst>
          </p:cNvPr>
          <p:cNvSpPr txBox="1"/>
          <p:nvPr/>
        </p:nvSpPr>
        <p:spPr>
          <a:xfrm>
            <a:off x="7030065" y="1960788"/>
            <a:ext cx="4070554" cy="20928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000" b="1" dirty="0"/>
              <a:t>Key Observations :</a:t>
            </a:r>
          </a:p>
          <a:p>
            <a:endParaRPr lang="en-IN" sz="20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&lt;3 days:</a:t>
            </a:r>
            <a:r>
              <a:rPr lang="en-IN" dirty="0"/>
              <a:t> Very low late-delivery rate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7–14 days:</a:t>
            </a:r>
            <a:r>
              <a:rPr lang="en-IN" dirty="0"/>
              <a:t> Risk begins to increase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14–21 days:</a:t>
            </a:r>
            <a:r>
              <a:rPr lang="en-IN" dirty="0"/>
              <a:t> Significant increase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&gt;21 days:</a:t>
            </a:r>
            <a:r>
              <a:rPr lang="en-IN" dirty="0"/>
              <a:t> ~</a:t>
            </a:r>
            <a:r>
              <a:rPr lang="en-IN" b="1" dirty="0"/>
              <a:t>65%</a:t>
            </a:r>
            <a:r>
              <a:rPr lang="en-IN" dirty="0"/>
              <a:t> late deliveries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BAF638-C7EC-3D28-089F-A2FA45958F00}"/>
              </a:ext>
            </a:extLst>
          </p:cNvPr>
          <p:cNvSpPr txBox="1"/>
          <p:nvPr/>
        </p:nvSpPr>
        <p:spPr>
          <a:xfrm>
            <a:off x="7030065" y="4456993"/>
            <a:ext cx="4070554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Note</a:t>
            </a:r>
            <a:r>
              <a:rPr lang="en-IN" dirty="0"/>
              <a:t> : </a:t>
            </a:r>
          </a:p>
          <a:p>
            <a:endParaRPr lang="en-IN" dirty="0"/>
          </a:p>
          <a:p>
            <a:r>
              <a:rPr lang="en-IN" dirty="0"/>
              <a:t>Long delivery cycles are strongly associated with late delivery.</a:t>
            </a:r>
          </a:p>
        </p:txBody>
      </p:sp>
    </p:spTree>
    <p:extLst>
      <p:ext uri="{BB962C8B-B14F-4D97-AF65-F5344CB8AC3E}">
        <p14:creationId xmlns:p14="http://schemas.microsoft.com/office/powerpoint/2010/main" val="3051370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A82CF-9254-29CA-E17B-F1D889D78336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Time-Based Delivery Trends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A1E977-36BC-257C-F6E0-0B71D0F0D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5641"/>
            <a:ext cx="6993494" cy="40423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D65612-7F6E-A0F1-4056-1E5D421043D7}"/>
              </a:ext>
            </a:extLst>
          </p:cNvPr>
          <p:cNvSpPr txBox="1"/>
          <p:nvPr/>
        </p:nvSpPr>
        <p:spPr>
          <a:xfrm>
            <a:off x="7944465" y="1935641"/>
            <a:ext cx="3409335" cy="26161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000" b="1" dirty="0"/>
              <a:t>Key Observations: </a:t>
            </a:r>
          </a:p>
          <a:p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Late-delivery rates show strong month-to-month variation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major spike occurred in early 2018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No consistent seasonal pattern was established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1F2DE8-C133-8FE7-B592-586EC563307F}"/>
              </a:ext>
            </a:extLst>
          </p:cNvPr>
          <p:cNvSpPr txBox="1"/>
          <p:nvPr/>
        </p:nvSpPr>
        <p:spPr>
          <a:xfrm>
            <a:off x="7944465" y="4777684"/>
            <a:ext cx="3500283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Note : </a:t>
            </a:r>
          </a:p>
          <a:p>
            <a:r>
              <a:rPr lang="en-IN" dirty="0"/>
              <a:t>Delivery performance fluctuates over time, but the data does not indicate a stable seasonal pattern.</a:t>
            </a:r>
          </a:p>
        </p:txBody>
      </p:sp>
    </p:spTree>
    <p:extLst>
      <p:ext uri="{BB962C8B-B14F-4D97-AF65-F5344CB8AC3E}">
        <p14:creationId xmlns:p14="http://schemas.microsoft.com/office/powerpoint/2010/main" val="2280884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69F6-79E8-84DC-62DF-8D51E23DA7CE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800" dirty="0">
                <a:latin typeface="Baskerville Old Face" panose="02020602080505020303" pitchFamily="18" charset="0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54F37-7492-9A6A-5CD9-2466B84EA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668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01 | Geographic</a:t>
            </a:r>
          </a:p>
          <a:p>
            <a:pPr marL="0" indent="0">
              <a:buNone/>
            </a:pPr>
            <a:r>
              <a:rPr lang="en-IN" dirty="0"/>
              <a:t>Delay risk is concentrated in specific states and routes.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02 | Product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Category risk varies, but product characteristics show no clear impact.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03 | Delivery Duration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Longer delivery cycles have sharply higher late-delivery risk.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04 | Time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Delivery performance fluctuates, with no consistent seasonal pattern.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PS: </a:t>
            </a:r>
            <a:r>
              <a:rPr lang="en-IN" dirty="0"/>
              <a:t>Geography and Delivery Duration emerge as the strongest areas for operational focus.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183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22451-615B-92F2-E1DC-AE4F5D49171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C6A1B-289C-4D6B-3330-EC64AACC4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IN" b="1" dirty="0"/>
              <a:t>01 | Prioritize High-Risk Routes: </a:t>
            </a:r>
            <a:r>
              <a:rPr lang="en-IN" dirty="0"/>
              <a:t>Focus logistics reviews on consistently high-delay routes, especially </a:t>
            </a:r>
            <a:r>
              <a:rPr lang="en-IN" b="1" dirty="0"/>
              <a:t>SP → RJ</a:t>
            </a:r>
            <a:r>
              <a:rPr lang="en-IN" dirty="0"/>
              <a:t> and other high-volume risk corridors.</a:t>
            </a:r>
          </a:p>
          <a:p>
            <a:r>
              <a:rPr lang="en-IN" b="1" dirty="0"/>
              <a:t>02 | Monitor Long Delivery Cycles: </a:t>
            </a:r>
            <a:r>
              <a:rPr lang="en-IN" dirty="0"/>
              <a:t>Flag orders approaching 14+ days for proactive intervention before they become late.</a:t>
            </a:r>
          </a:p>
          <a:p>
            <a:r>
              <a:rPr lang="en-IN" b="1" dirty="0"/>
              <a:t>03 | Target High-Risk Regions: </a:t>
            </a:r>
            <a:r>
              <a:rPr lang="en-IN" dirty="0"/>
              <a:t>Allocate additional logistics attention to states with persistently high late-delivery rates, rather than focusing only on total order volume.</a:t>
            </a:r>
          </a:p>
          <a:p>
            <a:r>
              <a:rPr lang="en-IN" b="1" dirty="0"/>
              <a:t>04 | Track Category Performance: </a:t>
            </a:r>
            <a:r>
              <a:rPr lang="en-IN" dirty="0"/>
              <a:t>Set category-level delivery benchmarks and investigate categories with consistently elevated delay rates.</a:t>
            </a:r>
          </a:p>
          <a:p>
            <a:r>
              <a:rPr lang="en-IN" b="1" dirty="0"/>
              <a:t>05 | Build Continuous Monitoring: </a:t>
            </a:r>
            <a:r>
              <a:rPr lang="en-IN" dirty="0"/>
              <a:t>Use the Power BI dashboard to track late rate, delay duration, state risk and order volume over time.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1707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510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Baskerville Old Face</vt:lpstr>
      <vt:lpstr>Calibri</vt:lpstr>
      <vt:lpstr>Calibri Light</vt:lpstr>
      <vt:lpstr>Calisto MT</vt:lpstr>
      <vt:lpstr>Wingdings</vt:lpstr>
      <vt:lpstr>Office Theme</vt:lpstr>
      <vt:lpstr>E-Commerce Fulfillment &amp; Delivery Performance</vt:lpstr>
      <vt:lpstr>Business Problem &amp; Objectives</vt:lpstr>
      <vt:lpstr>Data &amp; Methodology</vt:lpstr>
      <vt:lpstr>Executive Summary</vt:lpstr>
      <vt:lpstr>Geographic Delivery Risk</vt:lpstr>
      <vt:lpstr>Product &amp; Category Risk</vt:lpstr>
      <vt:lpstr>Delivery Duration &amp; Delay Risk</vt:lpstr>
      <vt:lpstr>Time-Based Delivery Trends</vt:lpstr>
      <vt:lpstr>Key Findings</vt:lpstr>
      <vt:lpstr>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Vedant Agarwal</dc:creator>
  <cp:lastModifiedBy>Vedant Agarwal</cp:lastModifiedBy>
  <cp:revision>1</cp:revision>
  <dcterms:created xsi:type="dcterms:W3CDTF">2026-09-09T20:09:19Z</dcterms:created>
  <dcterms:modified xsi:type="dcterms:W3CDTF">2026-09-09T21:40:44Z</dcterms:modified>
</cp:coreProperties>
</file>